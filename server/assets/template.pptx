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04025"/>
  <p:notesSz cx="6804025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50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4336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S1_TITLE"/>
          <p:cNvSpPr txBox="1"/>
          <p:nvPr/>
        </p:nvSpPr>
        <p:spPr>
          <a:xfrm>
            <a:off x="1435395" y="1878194"/>
            <a:ext cx="6539023" cy="6733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3300" b="1">
                <a:solidFill>
                  <a:srgbClr val="14213A"/>
                </a:solidFill>
                <a:latin typeface="Malgun Gothic"/>
                <a:ea typeface="Malgun Gothic"/>
              </a:rPr>
              <a:t>{{SITE}} 지하주차장</a:t>
            </a:r>
          </a:p>
        </p:txBody>
      </p:sp>
      <p:sp>
        <p:nvSpPr>
          <p:cNvPr id="4" name="S1_TO"/>
          <p:cNvSpPr txBox="1"/>
          <p:nvPr/>
        </p:nvSpPr>
        <p:spPr>
          <a:xfrm>
            <a:off x="4961860" y="5191612"/>
            <a:ext cx="5856767" cy="31893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1500" b="1">
                <a:solidFill>
                  <a:srgbClr val="0C162C"/>
                </a:solidFill>
                <a:latin typeface="Malgun Gothic"/>
                <a:ea typeface="Malgun Gothic"/>
              </a:rPr>
              <a:t>{{SITE}} 입주자대표회의 귀중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S6_TITLE"/>
          <p:cNvSpPr txBox="1"/>
          <p:nvPr/>
        </p:nvSpPr>
        <p:spPr>
          <a:xfrm>
            <a:off x="584790" y="531564"/>
            <a:ext cx="8807302" cy="55814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3300" b="1">
                <a:solidFill>
                  <a:srgbClr val="FFFFFF"/>
                </a:solidFill>
                <a:latin typeface="Malgun Gothic"/>
                <a:ea typeface="Malgun Gothic"/>
              </a:rPr>
              <a:t>{{SITE}} 10년 누적 절감 시뮬레이션</a:t>
            </a:r>
          </a:p>
        </p:txBody>
      </p:sp>
      <p:sp>
        <p:nvSpPr>
          <p:cNvPr id="4" name="S6_PRICE"/>
          <p:cNvSpPr txBox="1"/>
          <p:nvPr/>
        </p:nvSpPr>
        <p:spPr>
          <a:xfrm>
            <a:off x="5103627" y="1240317"/>
            <a:ext cx="4022651" cy="25692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1200" b="0">
                <a:solidFill>
                  <a:srgbClr val="C1C7CE"/>
                </a:solidFill>
                <a:latin typeface="Malgun Gothic"/>
                <a:ea typeface="Malgun Gothic"/>
              </a:rPr>
              <a:t>(아파트 공용요금단가 {{PRICE}}원/kWh, 연 5% 인상 반영 기준)</a:t>
            </a:r>
          </a:p>
        </p:txBody>
      </p:sp>
      <p:sp>
        <p:nvSpPr>
          <p:cNvPr id="5" name="S6_TOTAL"/>
          <p:cNvSpPr txBox="1"/>
          <p:nvPr/>
        </p:nvSpPr>
        <p:spPr>
          <a:xfrm>
            <a:off x="620232" y="2197133"/>
            <a:ext cx="7265581" cy="47840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2900" b="1">
                <a:solidFill>
                  <a:srgbClr val="3DED79"/>
                </a:solidFill>
                <a:latin typeface="Malgun Gothic"/>
                <a:ea typeface="Malgun Gothic"/>
              </a:rPr>
              <a:t>총 약 {{TOTAL}}만 원</a:t>
            </a:r>
          </a:p>
        </p:txBody>
      </p:sp>
      <p:sp>
        <p:nvSpPr>
          <p:cNvPr id="6" name="S6_KWH"/>
          <p:cNvSpPr txBox="1"/>
          <p:nvPr/>
        </p:nvSpPr>
        <p:spPr>
          <a:xfrm>
            <a:off x="9392093" y="2507212"/>
            <a:ext cx="1816395" cy="2923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1900" b="1">
                <a:solidFill>
                  <a:srgbClr val="F6F7F7"/>
                </a:solidFill>
                <a:latin typeface="Malgun Gothic"/>
                <a:ea typeface="Malgun Gothic"/>
              </a:rPr>
              <a:t>약 {{KWH}}</a:t>
            </a:r>
          </a:p>
        </p:txBody>
      </p:sp>
      <p:sp>
        <p:nvSpPr>
          <p:cNvPr id="7" name="S6_CO2"/>
          <p:cNvSpPr txBox="1"/>
          <p:nvPr/>
        </p:nvSpPr>
        <p:spPr>
          <a:xfrm>
            <a:off x="9392093" y="3047636"/>
            <a:ext cx="1789813" cy="2923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/>
            <a:r>
              <a:rPr sz="1900" b="1">
                <a:solidFill>
                  <a:srgbClr val="F6F7F7"/>
                </a:solidFill>
                <a:latin typeface="Malgun Gothic"/>
                <a:ea typeface="Malgun Gothic"/>
              </a:rPr>
              <a:t>약 {{CO2}}</a:t>
            </a:r>
          </a:p>
        </p:txBody>
      </p:sp>
      <p:sp>
        <p:nvSpPr>
          <p:cNvPr id="8" name="S6_CO2X"/>
          <p:cNvSpPr txBox="1"/>
          <p:nvPr/>
        </p:nvSpPr>
        <p:spPr>
          <a:xfrm>
            <a:off x="8417441" y="3827264"/>
            <a:ext cx="3189767" cy="36323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2400" b="1">
                <a:solidFill>
                  <a:srgbClr val="3DED79"/>
                </a:solidFill>
                <a:latin typeface="Malgun Gothic"/>
                <a:ea typeface="Malgun Gothic"/>
              </a:rPr>
              <a:t>약 {{CO210}} tCO₂</a:t>
            </a:r>
          </a:p>
        </p:txBody>
      </p:sp>
      <p:sp>
        <p:nvSpPr>
          <p:cNvPr id="9" name="S6_TREE"/>
          <p:cNvSpPr txBox="1"/>
          <p:nvPr/>
        </p:nvSpPr>
        <p:spPr>
          <a:xfrm>
            <a:off x="8417441" y="5111878"/>
            <a:ext cx="3189767" cy="3100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900" b="1">
                <a:solidFill>
                  <a:srgbClr val="3DED79"/>
                </a:solidFill>
                <a:latin typeface="Malgun Gothic"/>
                <a:ea typeface="Malgun Gothic"/>
              </a:rPr>
              <a:t>30년생 소나무 약 {{TREES}}그루</a:t>
            </a:r>
          </a:p>
        </p:txBody>
      </p:sp>
      <p:sp>
        <p:nvSpPr>
          <p:cNvPr id="10" name="S6_Y1"/>
          <p:cNvSpPr txBox="1"/>
          <p:nvPr/>
        </p:nvSpPr>
        <p:spPr>
          <a:xfrm>
            <a:off x="505046" y="5244769"/>
            <a:ext cx="815162" cy="2126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E9EAEB"/>
                </a:solidFill>
                <a:latin typeface="Malgun Gothic"/>
                <a:ea typeface="Malgun Gothic"/>
              </a:rPr>
              <a:t>약 {{Y1}}만 원</a:t>
            </a:r>
          </a:p>
        </p:txBody>
      </p:sp>
      <p:sp>
        <p:nvSpPr>
          <p:cNvPr id="11" name="S6_Y2"/>
          <p:cNvSpPr txBox="1"/>
          <p:nvPr/>
        </p:nvSpPr>
        <p:spPr>
          <a:xfrm>
            <a:off x="1240465" y="5244769"/>
            <a:ext cx="815162" cy="2126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E9EAEB"/>
                </a:solidFill>
                <a:latin typeface="Malgun Gothic"/>
                <a:ea typeface="Malgun Gothic"/>
              </a:rPr>
              <a:t>약 {{Y2}}만 원</a:t>
            </a:r>
          </a:p>
        </p:txBody>
      </p:sp>
      <p:sp>
        <p:nvSpPr>
          <p:cNvPr id="12" name="S6_Y3"/>
          <p:cNvSpPr txBox="1"/>
          <p:nvPr/>
        </p:nvSpPr>
        <p:spPr>
          <a:xfrm>
            <a:off x="1967023" y="5218191"/>
            <a:ext cx="815162" cy="2126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E9EAEB"/>
                </a:solidFill>
                <a:latin typeface="Malgun Gothic"/>
                <a:ea typeface="Malgun Gothic"/>
              </a:rPr>
              <a:t>약 {{Y3}}만 원</a:t>
            </a:r>
          </a:p>
        </p:txBody>
      </p:sp>
      <p:sp>
        <p:nvSpPr>
          <p:cNvPr id="13" name="S6_Y4"/>
          <p:cNvSpPr txBox="1"/>
          <p:nvPr/>
        </p:nvSpPr>
        <p:spPr>
          <a:xfrm>
            <a:off x="2711302" y="5005565"/>
            <a:ext cx="815162" cy="2126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E9EAEB"/>
                </a:solidFill>
                <a:latin typeface="Malgun Gothic"/>
                <a:ea typeface="Malgun Gothic"/>
              </a:rPr>
              <a:t>약 {{Y4}}만 원</a:t>
            </a:r>
          </a:p>
        </p:txBody>
      </p:sp>
      <p:sp>
        <p:nvSpPr>
          <p:cNvPr id="14" name="S6_Y5"/>
          <p:cNvSpPr txBox="1"/>
          <p:nvPr/>
        </p:nvSpPr>
        <p:spPr>
          <a:xfrm>
            <a:off x="3446720" y="4978987"/>
            <a:ext cx="815162" cy="2126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E9EAEB"/>
                </a:solidFill>
                <a:latin typeface="Malgun Gothic"/>
                <a:ea typeface="Malgun Gothic"/>
              </a:rPr>
              <a:t>약 {{Y5}}만 원</a:t>
            </a:r>
          </a:p>
        </p:txBody>
      </p:sp>
      <p:sp>
        <p:nvSpPr>
          <p:cNvPr id="15" name="S6_Y6"/>
          <p:cNvSpPr txBox="1"/>
          <p:nvPr/>
        </p:nvSpPr>
        <p:spPr>
          <a:xfrm>
            <a:off x="4182139" y="4730923"/>
            <a:ext cx="815162" cy="2126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E9EAEB"/>
                </a:solidFill>
                <a:latin typeface="Malgun Gothic"/>
                <a:ea typeface="Malgun Gothic"/>
              </a:rPr>
              <a:t>약 {{Y6}}만 원</a:t>
            </a:r>
          </a:p>
        </p:txBody>
      </p:sp>
      <p:sp>
        <p:nvSpPr>
          <p:cNvPr id="16" name="S6_Y7"/>
          <p:cNvSpPr txBox="1"/>
          <p:nvPr/>
        </p:nvSpPr>
        <p:spPr>
          <a:xfrm>
            <a:off x="4908697" y="4695486"/>
            <a:ext cx="815162" cy="2126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E9EAEB"/>
                </a:solidFill>
                <a:latin typeface="Malgun Gothic"/>
                <a:ea typeface="Malgun Gothic"/>
              </a:rPr>
              <a:t>약 {{Y7}}만 원</a:t>
            </a:r>
          </a:p>
        </p:txBody>
      </p:sp>
      <p:sp>
        <p:nvSpPr>
          <p:cNvPr id="17" name="S6_Y8"/>
          <p:cNvSpPr txBox="1"/>
          <p:nvPr/>
        </p:nvSpPr>
        <p:spPr>
          <a:xfrm>
            <a:off x="5644116" y="3215964"/>
            <a:ext cx="815162" cy="2126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E9EAEB"/>
                </a:solidFill>
                <a:latin typeface="Malgun Gothic"/>
                <a:ea typeface="Malgun Gothic"/>
              </a:rPr>
              <a:t>약 {{Y8}}만 원</a:t>
            </a:r>
          </a:p>
        </p:txBody>
      </p:sp>
      <p:sp>
        <p:nvSpPr>
          <p:cNvPr id="18" name="S6_Y9"/>
          <p:cNvSpPr txBox="1"/>
          <p:nvPr/>
        </p:nvSpPr>
        <p:spPr>
          <a:xfrm>
            <a:off x="6379534" y="3100792"/>
            <a:ext cx="815162" cy="2126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E9EAEB"/>
                </a:solidFill>
                <a:latin typeface="Malgun Gothic"/>
                <a:ea typeface="Malgun Gothic"/>
              </a:rPr>
              <a:t>약 {{Y9}}만 원</a:t>
            </a:r>
          </a:p>
        </p:txBody>
      </p:sp>
      <p:sp>
        <p:nvSpPr>
          <p:cNvPr id="19" name="S6_Y10"/>
          <p:cNvSpPr txBox="1"/>
          <p:nvPr/>
        </p:nvSpPr>
        <p:spPr>
          <a:xfrm>
            <a:off x="7114953" y="2976760"/>
            <a:ext cx="815162" cy="2126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900" b="1">
                <a:solidFill>
                  <a:srgbClr val="E9EAEB"/>
                </a:solidFill>
                <a:latin typeface="Malgun Gothic"/>
                <a:ea typeface="Malgun Gothic"/>
              </a:rPr>
              <a:t>약 {{Y10}}만 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슬라이드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S12_T1"/>
          <p:cNvSpPr txBox="1"/>
          <p:nvPr/>
        </p:nvSpPr>
        <p:spPr>
          <a:xfrm>
            <a:off x="1648046" y="841643"/>
            <a:ext cx="8860465" cy="55814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3300" b="1">
                <a:solidFill>
                  <a:srgbClr val="FFFFFF"/>
                </a:solidFill>
                <a:latin typeface="Malgun Gothic"/>
                <a:ea typeface="Malgun Gothic"/>
              </a:rPr>
              <a:t>{{SITE}}의 가치를 높이는</a:t>
            </a:r>
          </a:p>
        </p:txBody>
      </p:sp>
      <p:sp>
        <p:nvSpPr>
          <p:cNvPr id="4" name="S12_T2"/>
          <p:cNvSpPr txBox="1"/>
          <p:nvPr/>
        </p:nvSpPr>
        <p:spPr>
          <a:xfrm>
            <a:off x="1240465" y="4075327"/>
            <a:ext cx="9711069" cy="4075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800" b="0">
                <a:solidFill>
                  <a:srgbClr val="949AA0"/>
                </a:solidFill>
                <a:latin typeface="Malgun Gothic"/>
                <a:ea typeface="Malgun Gothic"/>
              </a:rPr>
              <a:t>이제, {{SITE}}{{JOSA}} 미래형 친환경 스마트 단지로 거듭날 차례입니다.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71</Words>
  <Application>Microsoft Office PowerPoint</Application>
  <PresentationFormat>사용자 지정</PresentationFormat>
  <Paragraphs>40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고양호수마을 1단지 지하주차장 스마트 조명 도입제안</dc:title>
  <dc:subject>PptxGenJS Presentation</dc:subject>
  <dc:creator>(주)미래이에스피</dc:creator>
  <cp:lastModifiedBy>daniel yoon</cp:lastModifiedBy>
  <cp:revision>3</cp:revision>
  <dcterms:created xsi:type="dcterms:W3CDTF">2026-10-23T06:42:05Z</dcterms:created>
  <dcterms:modified xsi:type="dcterms:W3CDTF">2026-10-23T06:49:47Z</dcterms:modified>
</cp:coreProperties>
</file>